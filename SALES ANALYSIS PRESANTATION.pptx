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65" r:id="rId6"/>
    <p:sldId id="259" r:id="rId7"/>
    <p:sldId id="260" r:id="rId8"/>
    <p:sldId id="261" r:id="rId9"/>
    <p:sldId id="262" r:id="rId10"/>
    <p:sldId id="263"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475F76-F02F-4802-AD52-BD3B6FC5EF0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095759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475F76-F02F-4802-AD52-BD3B6FC5EF0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285273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475F76-F02F-4802-AD52-BD3B6FC5EF0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405768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475F76-F02F-4802-AD52-BD3B6FC5EF09}"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29606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475F76-F02F-4802-AD52-BD3B6FC5EF09}"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198451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475F76-F02F-4802-AD52-BD3B6FC5EF09}"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3219595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475F76-F02F-4802-AD52-BD3B6FC5EF09}"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875810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475F76-F02F-4802-AD52-BD3B6FC5EF09}"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1419960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475F76-F02F-4802-AD52-BD3B6FC5EF09}"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885148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475F76-F02F-4802-AD52-BD3B6FC5EF0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2849291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475F76-F02F-4802-AD52-BD3B6FC5EF0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194CF6-8280-454D-A264-ED46A0A1097B}" type="slidenum">
              <a:rPr lang="en-US" smtClean="0"/>
              <a:t>‹#›</a:t>
            </a:fld>
            <a:endParaRPr lang="en-US"/>
          </a:p>
        </p:txBody>
      </p:sp>
    </p:spTree>
    <p:extLst>
      <p:ext uri="{BB962C8B-B14F-4D97-AF65-F5344CB8AC3E}">
        <p14:creationId xmlns:p14="http://schemas.microsoft.com/office/powerpoint/2010/main" val="371724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475F76-F02F-4802-AD52-BD3B6FC5EF09}" type="datetimeFigureOut">
              <a:rPr lang="en-US" smtClean="0"/>
              <a:t>11/19/2025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94CF6-8280-454D-A264-ED46A0A1097B}" type="slidenum">
              <a:rPr lang="en-US" smtClean="0"/>
              <a:t>‹#›</a:t>
            </a:fld>
            <a:endParaRPr lang="en-US"/>
          </a:p>
        </p:txBody>
      </p:sp>
    </p:spTree>
    <p:extLst>
      <p:ext uri="{BB962C8B-B14F-4D97-AF65-F5344CB8AC3E}">
        <p14:creationId xmlns:p14="http://schemas.microsoft.com/office/powerpoint/2010/main" val="879561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990599"/>
          </a:xfrm>
        </p:spPr>
        <p:txBody>
          <a:bodyPr/>
          <a:lstStyle/>
          <a:p>
            <a:r>
              <a:rPr lang="en-US" b="1" dirty="0" smtClean="0"/>
              <a:t>SALES ANALYSIS</a:t>
            </a:r>
            <a:endParaRPr lang="en-US" b="1" dirty="0"/>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143000"/>
            <a:ext cx="8991600" cy="5562600"/>
          </a:xfrm>
          <a:prstGeom prst="rect">
            <a:avLst/>
          </a:prstGeom>
        </p:spPr>
      </p:pic>
    </p:spTree>
    <p:extLst>
      <p:ext uri="{BB962C8B-B14F-4D97-AF65-F5344CB8AC3E}">
        <p14:creationId xmlns:p14="http://schemas.microsoft.com/office/powerpoint/2010/main" val="2498275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TABLE OF CONTENT</a:t>
            </a:r>
            <a:endParaRPr lang="en-US" b="1" dirty="0"/>
          </a:p>
        </p:txBody>
      </p:sp>
      <p:sp>
        <p:nvSpPr>
          <p:cNvPr id="3" name="Content Placeholder 2"/>
          <p:cNvSpPr>
            <a:spLocks noGrp="1"/>
          </p:cNvSpPr>
          <p:nvPr>
            <p:ph idx="1"/>
          </p:nvPr>
        </p:nvSpPr>
        <p:spPr/>
        <p:txBody>
          <a:bodyPr/>
          <a:lstStyle/>
          <a:p>
            <a:r>
              <a:rPr lang="en-US" dirty="0" smtClean="0"/>
              <a:t>Gantt Charts………………………………………………..3</a:t>
            </a:r>
          </a:p>
          <a:p>
            <a:r>
              <a:rPr lang="en-US" dirty="0" smtClean="0"/>
              <a:t>Miro Diagram ……………………………………………..4</a:t>
            </a:r>
          </a:p>
          <a:p>
            <a:r>
              <a:rPr lang="en-US" dirty="0" smtClean="0"/>
              <a:t>SQL……………………………………………………………..5</a:t>
            </a:r>
          </a:p>
          <a:p>
            <a:r>
              <a:rPr lang="en-US" dirty="0" smtClean="0"/>
              <a:t>Dashboard…………………………………………………..6</a:t>
            </a:r>
          </a:p>
          <a:p>
            <a:r>
              <a:rPr lang="en-US" dirty="0" smtClean="0"/>
              <a:t>Recommendations……………………………………….9</a:t>
            </a:r>
          </a:p>
          <a:p>
            <a:endParaRPr lang="en-US" dirty="0" smtClean="0"/>
          </a:p>
          <a:p>
            <a:endParaRPr lang="en-US" dirty="0"/>
          </a:p>
        </p:txBody>
      </p:sp>
    </p:spTree>
    <p:extLst>
      <p:ext uri="{BB962C8B-B14F-4D97-AF65-F5344CB8AC3E}">
        <p14:creationId xmlns:p14="http://schemas.microsoft.com/office/powerpoint/2010/main" val="2059910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9144000" cy="6858000"/>
          </a:xfrm>
        </p:spPr>
      </p:pic>
    </p:spTree>
    <p:extLst>
      <p:ext uri="{BB962C8B-B14F-4D97-AF65-F5344CB8AC3E}">
        <p14:creationId xmlns:p14="http://schemas.microsoft.com/office/powerpoint/2010/main" val="1989313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b="1" dirty="0" smtClean="0"/>
              <a:t>Table of Content</a:t>
            </a:r>
            <a:endParaRPr lang="en-US" sz="4000" b="1" dirty="0"/>
          </a:p>
        </p:txBody>
      </p:sp>
      <p:sp>
        <p:nvSpPr>
          <p:cNvPr id="3" name="Content Placeholder 2"/>
          <p:cNvSpPr>
            <a:spLocks noGrp="1"/>
          </p:cNvSpPr>
          <p:nvPr>
            <p:ph idx="1"/>
          </p:nvPr>
        </p:nvSpPr>
        <p:spPr/>
        <p:txBody>
          <a:bodyPr/>
          <a:lstStyle/>
          <a:p>
            <a:r>
              <a:rPr lang="en-US" dirty="0" smtClean="0"/>
              <a:t>Miro Diagram Planning………………………………..</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9067800" cy="6858000"/>
          </a:xfrm>
          <a:prstGeom prst="rect">
            <a:avLst/>
          </a:prstGeom>
        </p:spPr>
      </p:pic>
    </p:spTree>
    <p:extLst>
      <p:ext uri="{BB962C8B-B14F-4D97-AF65-F5344CB8AC3E}">
        <p14:creationId xmlns:p14="http://schemas.microsoft.com/office/powerpoint/2010/main" val="3351368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SQL code calculates how much was sold each day.</a:t>
            </a:r>
          </a:p>
          <a:p>
            <a:r>
              <a:rPr lang="en-US" dirty="0" smtClean="0"/>
              <a:t>It groups all sales by date, then adds them up to find the total revenue.</a:t>
            </a:r>
          </a:p>
          <a:p>
            <a:r>
              <a:rPr lang="en-US" dirty="0" smtClean="0"/>
              <a:t>For the Sold quantity it adds up number of sold units on each day.</a:t>
            </a:r>
          </a:p>
          <a:p>
            <a:r>
              <a:rPr lang="en-US" dirty="0" smtClean="0"/>
              <a:t>Leading to days with high product sales </a:t>
            </a:r>
            <a:r>
              <a:rPr lang="en-US" dirty="0" err="1" smtClean="0"/>
              <a:t>anddays</a:t>
            </a:r>
            <a:r>
              <a:rPr lang="en-US" dirty="0" smtClean="0"/>
              <a:t> with low </a:t>
            </a:r>
          </a:p>
          <a:p>
            <a:r>
              <a:rPr lang="en-US" dirty="0" smtClean="0"/>
              <a:t>For scatter plot then it compares how cost relates to revenue also positive correlation.</a:t>
            </a:r>
          </a:p>
        </p:txBody>
      </p:sp>
    </p:spTree>
    <p:extLst>
      <p:ext uri="{BB962C8B-B14F-4D97-AF65-F5344CB8AC3E}">
        <p14:creationId xmlns:p14="http://schemas.microsoft.com/office/powerpoint/2010/main" val="1548302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H="1">
            <a:off x="457200" y="304800"/>
            <a:ext cx="8305800" cy="914400"/>
          </a:xfrm>
        </p:spPr>
        <p:txBody>
          <a:bodyPr>
            <a:normAutofit/>
          </a:bodyPr>
          <a:lstStyle/>
          <a:p>
            <a:r>
              <a:rPr lang="en-US" dirty="0" smtClean="0"/>
              <a:t>,</a:t>
            </a:r>
            <a:endParaRPr lang="en-US" dirty="0"/>
          </a:p>
        </p:txBody>
      </p:sp>
      <p:sp>
        <p:nvSpPr>
          <p:cNvPr id="3" name="Content Placeholder 2"/>
          <p:cNvSpPr>
            <a:spLocks noGrp="1"/>
          </p:cNvSpPr>
          <p:nvPr>
            <p:ph idx="1"/>
          </p:nvPr>
        </p:nvSpPr>
        <p:spPr>
          <a:xfrm>
            <a:off x="457200" y="3276600"/>
            <a:ext cx="8229600" cy="3276600"/>
          </a:xfrm>
        </p:spPr>
        <p:txBody>
          <a:bodyPr>
            <a:normAutofit fontScale="85000" lnSpcReduction="20000"/>
          </a:bodyPr>
          <a:lstStyle/>
          <a:p>
            <a:r>
              <a:rPr lang="en-US" dirty="0" smtClean="0"/>
              <a:t>The above line graph displays daily sales performance from 2013 to </a:t>
            </a:r>
            <a:r>
              <a:rPr lang="en-US" dirty="0" err="1" smtClean="0"/>
              <a:t>october</a:t>
            </a:r>
            <a:r>
              <a:rPr lang="en-US" dirty="0" smtClean="0"/>
              <a:t> 2016.</a:t>
            </a:r>
          </a:p>
          <a:p>
            <a:r>
              <a:rPr lang="en-US" dirty="0" smtClean="0"/>
              <a:t>Overall sales are highly volatile with frequent spikes and drops.</a:t>
            </a:r>
          </a:p>
          <a:p>
            <a:r>
              <a:rPr lang="en-US" dirty="0" smtClean="0"/>
              <a:t>Several dates show exceptionally high performance, indicating promotion/ Sale on these following dates. Early Jan, late May, Early Dec, Late April, Dec 2015, April to May 2016, Late July 2016.  Daily sales are stable but highly reflecting customer buying </a:t>
            </a:r>
            <a:r>
              <a:rPr lang="en-US" dirty="0" err="1" smtClean="0"/>
              <a:t>behaviour</a:t>
            </a:r>
            <a:r>
              <a:rPr lang="en-US" dirty="0" smtClean="0"/>
              <a: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3999" cy="3200400"/>
          </a:xfrm>
          <a:prstGeom prst="rect">
            <a:avLst/>
          </a:prstGeom>
        </p:spPr>
      </p:pic>
    </p:spTree>
    <p:extLst>
      <p:ext uri="{BB962C8B-B14F-4D97-AF65-F5344CB8AC3E}">
        <p14:creationId xmlns:p14="http://schemas.microsoft.com/office/powerpoint/2010/main" val="1015436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3400" y="3581400"/>
            <a:ext cx="8229600" cy="3124200"/>
          </a:xfrm>
        </p:spPr>
        <p:txBody>
          <a:bodyPr>
            <a:normAutofit fontScale="85000" lnSpcReduction="20000"/>
          </a:bodyPr>
          <a:lstStyle/>
          <a:p>
            <a:r>
              <a:rPr lang="en-US" dirty="0" smtClean="0"/>
              <a:t>The bar chart displays quantities sold over several dates between late Dec 2013 and Jan 2014. It help us see which days experienced higher sales volume and which days had lower activity.</a:t>
            </a:r>
          </a:p>
          <a:p>
            <a:r>
              <a:rPr lang="en-US" dirty="0" smtClean="0"/>
              <a:t>Early Jan is strong sales period.</a:t>
            </a:r>
          </a:p>
          <a:p>
            <a:r>
              <a:rPr lang="en-US" dirty="0" smtClean="0"/>
              <a:t> </a:t>
            </a:r>
            <a:r>
              <a:rPr lang="en-US" dirty="0"/>
              <a:t>L</a:t>
            </a:r>
            <a:r>
              <a:rPr lang="en-US" dirty="0" smtClean="0"/>
              <a:t>ate Dec shows moderate activity.</a:t>
            </a:r>
          </a:p>
          <a:p>
            <a:r>
              <a:rPr lang="en-US" dirty="0" smtClean="0"/>
              <a:t>High and Low indicate importance of preparing sufficient stock for high demand.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3657600"/>
          </a:xfrm>
          <a:prstGeom prst="rect">
            <a:avLst/>
          </a:prstGeom>
        </p:spPr>
      </p:pic>
    </p:spTree>
    <p:extLst>
      <p:ext uri="{BB962C8B-B14F-4D97-AF65-F5344CB8AC3E}">
        <p14:creationId xmlns:p14="http://schemas.microsoft.com/office/powerpoint/2010/main" val="414496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33400" y="3962400"/>
            <a:ext cx="8229600" cy="2697163"/>
          </a:xfrm>
        </p:spPr>
        <p:txBody>
          <a:bodyPr>
            <a:normAutofit fontScale="85000" lnSpcReduction="20000"/>
          </a:bodyPr>
          <a:lstStyle/>
          <a:p>
            <a:r>
              <a:rPr lang="en-US" dirty="0" smtClean="0"/>
              <a:t>This scatter plot shows the relationship between Cost of Sales and Sales for the business.</a:t>
            </a:r>
          </a:p>
          <a:p>
            <a:r>
              <a:rPr lang="en-US" dirty="0" smtClean="0"/>
              <a:t>It shows a strong positive correlation as Cost of Sales increase also Sales increase.</a:t>
            </a:r>
          </a:p>
          <a:p>
            <a:r>
              <a:rPr lang="en-US" dirty="0" smtClean="0"/>
              <a:t>Most points lie close together in a straight this means the business has consistent cost control and stable pricing.</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067800" cy="3886200"/>
          </a:xfrm>
          <a:prstGeom prst="rect">
            <a:avLst/>
          </a:prstGeom>
        </p:spPr>
      </p:pic>
    </p:spTree>
    <p:extLst>
      <p:ext uri="{BB962C8B-B14F-4D97-AF65-F5344CB8AC3E}">
        <p14:creationId xmlns:p14="http://schemas.microsoft.com/office/powerpoint/2010/main" val="3911753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Recommendations</a:t>
            </a:r>
            <a:endParaRPr lang="en-US" dirty="0"/>
          </a:p>
        </p:txBody>
      </p:sp>
      <p:sp>
        <p:nvSpPr>
          <p:cNvPr id="3" name="Content Placeholder 2"/>
          <p:cNvSpPr>
            <a:spLocks noGrp="1"/>
          </p:cNvSpPr>
          <p:nvPr>
            <p:ph idx="1"/>
          </p:nvPr>
        </p:nvSpPr>
        <p:spPr/>
        <p:txBody>
          <a:bodyPr>
            <a:normAutofit lnSpcReduction="10000"/>
          </a:bodyPr>
          <a:lstStyle/>
          <a:p>
            <a:r>
              <a:rPr lang="en-US" dirty="0" smtClean="0"/>
              <a:t>The graphs show a business with a strong seasonal demand patterns, predictable cost </a:t>
            </a:r>
            <a:r>
              <a:rPr lang="en-US" dirty="0" err="1" smtClean="0"/>
              <a:t>behaviour</a:t>
            </a:r>
            <a:r>
              <a:rPr lang="en-US" dirty="0" smtClean="0"/>
              <a:t> and opportunities to </a:t>
            </a:r>
            <a:r>
              <a:rPr lang="en-US" dirty="0" err="1" smtClean="0"/>
              <a:t>optimise</a:t>
            </a:r>
            <a:r>
              <a:rPr lang="en-US" dirty="0" smtClean="0"/>
              <a:t> sales spikes. </a:t>
            </a:r>
            <a:endParaRPr lang="en-US" dirty="0"/>
          </a:p>
          <a:p>
            <a:r>
              <a:rPr lang="en-US" dirty="0" smtClean="0"/>
              <a:t>By strengthening promotions during high demand periods, improving inventory forecasting and stabilizing daily sales.</a:t>
            </a:r>
          </a:p>
          <a:p>
            <a:r>
              <a:rPr lang="en-US" dirty="0"/>
              <a:t>T</a:t>
            </a:r>
            <a:r>
              <a:rPr lang="en-US" dirty="0" smtClean="0"/>
              <a:t>he </a:t>
            </a:r>
            <a:r>
              <a:rPr lang="en-US" dirty="0" err="1" smtClean="0"/>
              <a:t>organisation</a:t>
            </a:r>
            <a:r>
              <a:rPr lang="en-US" dirty="0" smtClean="0"/>
              <a:t> can significantly boost both revenue and profitability.</a:t>
            </a:r>
            <a:endParaRPr lang="en-US" dirty="0"/>
          </a:p>
        </p:txBody>
      </p:sp>
    </p:spTree>
    <p:extLst>
      <p:ext uri="{BB962C8B-B14F-4D97-AF65-F5344CB8AC3E}">
        <p14:creationId xmlns:p14="http://schemas.microsoft.com/office/powerpoint/2010/main" val="1877614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602162"/>
          </a:xfrm>
        </p:spPr>
        <p:txBody>
          <a:bodyPr/>
          <a:lstStyle/>
          <a:p>
            <a:r>
              <a:rPr lang="en-US" b="1" dirty="0" smtClean="0"/>
              <a:t>THANK YOU</a:t>
            </a:r>
            <a:endParaRPr lang="en-US" b="1" dirty="0"/>
          </a:p>
        </p:txBody>
      </p:sp>
      <p:sp>
        <p:nvSpPr>
          <p:cNvPr id="3" name="Content Placeholder 2"/>
          <p:cNvSpPr>
            <a:spLocks noGrp="1"/>
          </p:cNvSpPr>
          <p:nvPr>
            <p:ph idx="1"/>
          </p:nvPr>
        </p:nvSpPr>
        <p:spPr>
          <a:xfrm>
            <a:off x="533400" y="6248400"/>
            <a:ext cx="8229600" cy="487363"/>
          </a:xfrm>
        </p:spPr>
        <p:txBody>
          <a:bodyPr>
            <a:normAutofit/>
          </a:bodyPr>
          <a:lstStyle/>
          <a:p>
            <a:pPr marL="0" indent="0">
              <a:buNone/>
            </a:pPr>
            <a:r>
              <a:rPr lang="en-US" sz="800" dirty="0" smtClean="0"/>
              <a:t> .</a:t>
            </a:r>
            <a:endParaRPr lang="en-US" sz="800" dirty="0"/>
          </a:p>
        </p:txBody>
      </p:sp>
    </p:spTree>
    <p:extLst>
      <p:ext uri="{BB962C8B-B14F-4D97-AF65-F5344CB8AC3E}">
        <p14:creationId xmlns:p14="http://schemas.microsoft.com/office/powerpoint/2010/main" val="2160551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898</TotalTime>
  <Words>340</Words>
  <Application>Microsoft Office PowerPoint</Application>
  <PresentationFormat>On-screen Show (4:3)</PresentationFormat>
  <Paragraphs>32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SALES ANALYSIS</vt:lpstr>
      <vt:lpstr>TABLE OF CONTENT</vt:lpstr>
      <vt:lpstr>PowerPoint Presentation</vt:lpstr>
      <vt:lpstr>Table of Content</vt:lpstr>
      <vt:lpstr>SQL</vt:lpstr>
      <vt:lpstr>,</vt:lpstr>
      <vt:lpstr>PowerPoint Presentation</vt:lpstr>
      <vt:lpstr>PowerPoint Presentation</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ANALYSIS</dc:title>
  <dc:creator>Student</dc:creator>
  <cp:lastModifiedBy>Student</cp:lastModifiedBy>
  <cp:revision>11</cp:revision>
  <dcterms:created xsi:type="dcterms:W3CDTF">2025-11-19T20:28:19Z</dcterms:created>
  <dcterms:modified xsi:type="dcterms:W3CDTF">2025-11-20T11:26:58Z</dcterms:modified>
</cp:coreProperties>
</file>